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73" r:id="rId7"/>
    <p:sldId id="272" r:id="rId8"/>
    <p:sldId id="271" r:id="rId9"/>
    <p:sldId id="275" r:id="rId10"/>
    <p:sldId id="276" r:id="rId11"/>
    <p:sldId id="277" r:id="rId12"/>
    <p:sldId id="268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0" d="100"/>
          <a:sy n="60" d="100"/>
        </p:scale>
        <p:origin x="36" y="543"/>
      </p:cViewPr>
      <p:guideLst>
        <p:guide orient="horz" pos="2160"/>
        <p:guide pos="28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  <a:t>‹#›</a:t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1093672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Exploratory Project (EP)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8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Light Control System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4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5EB6A7-5097-77EC-1E4C-4CC147BA5B67}"/>
              </a:ext>
            </a:extLst>
          </p:cNvPr>
          <p:cNvSpPr/>
          <p:nvPr/>
        </p:nvSpPr>
        <p:spPr>
          <a:xfrm>
            <a:off x="816634" y="2610929"/>
            <a:ext cx="7332453" cy="1873608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8E50B-97DA-9ECB-7288-B44C3F36C580}"/>
              </a:ext>
            </a:extLst>
          </p:cNvPr>
          <p:cNvSpPr txBox="1"/>
          <p:nvPr/>
        </p:nvSpPr>
        <p:spPr>
          <a:xfrm>
            <a:off x="1184693" y="2789207"/>
            <a:ext cx="305375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GB" altLang="en-US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Submitted by: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GB" alt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Jinny Kapur (2210990462)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GB" alt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Khushi (2210991796)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GB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Serena Balyan (2210992281)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2F6E91-F698-A9FD-AFDF-344B9DD4E439}"/>
              </a:ext>
            </a:extLst>
          </p:cNvPr>
          <p:cNvSpPr txBox="1"/>
          <p:nvPr/>
        </p:nvSpPr>
        <p:spPr>
          <a:xfrm>
            <a:off x="4965938" y="2789207"/>
            <a:ext cx="30537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endParaRPr lang="en-IN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Gifty Gupta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Chitkara University, Punjab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01021" y="0"/>
            <a:ext cx="4470979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6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2</a:t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262863" y="1186098"/>
            <a:ext cx="8741437" cy="5468702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urbanization has led to increased traffic congestion.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traffic signals operate on fixed timing mechanisms.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timers do not adapt to changing traffic conditions.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traffic control results in delays, fuel wastage, and pollution.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simulates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traffic signal system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Java.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70881" y="1168084"/>
            <a:ext cx="8283473" cy="501777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traffic signal systems lack adaptability.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Fixed-time signals fail during peak traffic 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vehicle movement is not prioritized.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educational models lack real-time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traffic signal control system simulation that dynamically adjusts signal timing based on traffic density and supports an emergency mode.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Shape 1">
            <a:extLst>
              <a:ext uri="{FF2B5EF4-FFF2-40B4-BE49-F238E27FC236}">
                <a16:creationId xmlns:a16="http://schemas.microsoft.com/office/drawing/2014/main" id="{92F5C20F-95EF-23FD-B712-D4C6E88B9729}"/>
              </a:ext>
            </a:extLst>
          </p:cNvPr>
          <p:cNvSpPr txBox="1"/>
          <p:nvPr/>
        </p:nvSpPr>
        <p:spPr>
          <a:xfrm>
            <a:off x="101021" y="0"/>
            <a:ext cx="6299779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6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1,406 Car Wait Green Light Videos">
            <a:extLst>
              <a:ext uri="{FF2B5EF4-FFF2-40B4-BE49-F238E27FC236}">
                <a16:creationId xmlns:a16="http://schemas.microsoft.com/office/drawing/2014/main" id="{76680EE8-4DE5-E956-A30D-87188F4CA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504" y="2391094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96377" y="109994"/>
            <a:ext cx="5614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37820" y="1012190"/>
            <a:ext cx="4947297" cy="5027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graphical traffic signal simulation using Java Swing.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red, yellow, and green signal transitions.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introduce traffic density–based signal timing.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include an emergency mode for special situations.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object-oriented programming concepts.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smooth animation using multithreading.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E26EB09-5C24-C022-2C02-4FE9872C3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9" t="10678" r="18250" b="683"/>
          <a:stretch>
            <a:fillRect/>
          </a:stretch>
        </p:blipFill>
        <p:spPr bwMode="auto">
          <a:xfrm>
            <a:off x="5359879" y="837008"/>
            <a:ext cx="3784121" cy="587216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71145" y="70624"/>
            <a:ext cx="5730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 </a:t>
            </a:r>
            <a:endParaRPr lang="en-GB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EBF5B2-C17E-ACEE-7D0C-27DE88819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242" y="850698"/>
            <a:ext cx="4794635" cy="58432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76AFE-32A1-524D-D691-1C44643F9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16" y="23004"/>
            <a:ext cx="6711352" cy="914400"/>
          </a:xfrm>
        </p:spPr>
        <p:txBody>
          <a:bodyPr/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FC96C151-DD0A-1A5C-7585-5B7D49B818E4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389613" y="1036581"/>
            <a:ext cx="810237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Java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Java Swing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Java AWT, Multithreading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Platform: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Cross-platform (Windows / Linux / macOS)</a:t>
            </a:r>
          </a:p>
        </p:txBody>
      </p:sp>
      <p:pic>
        <p:nvPicPr>
          <p:cNvPr id="3075" name="Picture 3" descr="How to Get Started in Technology: A Career Guide | Harvard Extension School">
            <a:extLst>
              <a:ext uri="{FF2B5EF4-FFF2-40B4-BE49-F238E27FC236}">
                <a16:creationId xmlns:a16="http://schemas.microsoft.com/office/drawing/2014/main" id="{8CF71C43-7C19-4A89-6C3A-7F0F9F3A1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579" y="3074750"/>
            <a:ext cx="5255812" cy="350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389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AD8DF-6581-9806-C0BA-814A3D280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0"/>
            <a:ext cx="5308240" cy="914040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5CD28E-6DE2-641D-AD97-2947494A332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77800" y="837720"/>
            <a:ext cx="5308240" cy="556943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simulates three traffic signals (Red, Yellow, Green).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Countdown timer works accurately.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 signal duration changes with traffic density.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mode activates blinking yellow signal.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remains responsive.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runs smoothly without errors.</a:t>
            </a:r>
          </a:p>
        </p:txBody>
      </p:sp>
      <p:pic>
        <p:nvPicPr>
          <p:cNvPr id="1026" name="Picture 2" descr="Red LED Traffic Signal Arrow Light in Dandeli at ₹ 2,100 / Unit by  Nucleonics Traffic Equipments Pvt Ltd - Justdial">
            <a:extLst>
              <a:ext uri="{FF2B5EF4-FFF2-40B4-BE49-F238E27FC236}">
                <a16:creationId xmlns:a16="http://schemas.microsoft.com/office/drawing/2014/main" id="{C3F902BD-9F48-29DD-559A-F26AED0AEF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17" r="33587"/>
          <a:stretch>
            <a:fillRect/>
          </a:stretch>
        </p:blipFill>
        <p:spPr bwMode="auto">
          <a:xfrm>
            <a:off x="5728274" y="837720"/>
            <a:ext cx="3415726" cy="5883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6015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011D1-5040-0072-355B-C582FFFCF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AA454-73C5-C518-C0A4-187C416D4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0"/>
            <a:ext cx="5308240" cy="914040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2EBD2D2-CDA4-C981-86F6-B3BF286D8F8B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368300" y="1219072"/>
            <a:ext cx="7821543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a realistic traffic signal simulation.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Density-based control improves efficiency over fixed-time systems.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Emergency mode enhances real-world applicability.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design ensures clean and maintainable code.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suitable for learning and demonstration purposes.</a:t>
            </a:r>
          </a:p>
        </p:txBody>
      </p:sp>
    </p:spTree>
    <p:extLst>
      <p:ext uri="{BB962C8B-B14F-4D97-AF65-F5344CB8AC3E}">
        <p14:creationId xmlns:p14="http://schemas.microsoft.com/office/powerpoint/2010/main" val="822274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9</a:t>
            </a:fld>
            <a:endParaRPr lang="en-GB" sz="1200" b="0" strike="noStrike" spc="-1">
              <a:latin typeface="Times New Roman" panose="02020603050405020304"/>
            </a:endParaRPr>
          </a:p>
        </p:txBody>
      </p:sp>
      <p:pic>
        <p:nvPicPr>
          <p:cNvPr id="8" name="Picture 7" descr="10+ Thank You Gratitude Commercial Sign Road Sign Stock Photos, Pictures &amp;  Royalty-Free Images - iStock">
            <a:extLst>
              <a:ext uri="{FF2B5EF4-FFF2-40B4-BE49-F238E27FC236}">
                <a16:creationId xmlns:a16="http://schemas.microsoft.com/office/drawing/2014/main" id="{BC14BA0A-2A3A-8102-816E-56283D68E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6008"/>
            <a:ext cx="9144000" cy="58478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/>
</ds:datastoreItem>
</file>

<file path=customXml/itemProps2.xml><?xml version="1.0" encoding="utf-8"?>
<ds:datastoreItem xmlns:ds="http://schemas.openxmlformats.org/officeDocument/2006/customXml" ds:itemID="{491DF113-39A2-46D5-BFDA-E63300A9ECAB}">
  <ds:schemaRefs/>
</ds:datastoreItem>
</file>

<file path=customXml/itemProps3.xml><?xml version="1.0" encoding="utf-8"?>
<ds:datastoreItem xmlns:ds="http://schemas.openxmlformats.org/officeDocument/2006/customXml" ds:itemID="{4A62A602-78C1-468C-BB25-57CD481DB74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364</Words>
  <Application>Microsoft Office PowerPoint</Application>
  <PresentationFormat>On-screen Show (4:3)</PresentationFormat>
  <Paragraphs>84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TOOLS &amp; TECHNOLOGIES</vt:lpstr>
      <vt:lpstr>RESULTS</vt:lpstr>
      <vt:lpstr>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Jinny Kapur</cp:lastModifiedBy>
  <cp:revision>2305</cp:revision>
  <dcterms:created xsi:type="dcterms:W3CDTF">2010-04-09T07:36:00Z</dcterms:created>
  <dcterms:modified xsi:type="dcterms:W3CDTF">2025-12-19T05:52:21Z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ICV">
    <vt:lpwstr>ADE1D6B4E9D74B56A8A259422E666113_13</vt:lpwstr>
  </property>
  <property fmtid="{D5CDD505-2E9C-101B-9397-08002B2CF9AE}" pid="15" name="KSOProductBuildVer">
    <vt:lpwstr>1033-12.2.0.23155</vt:lpwstr>
  </property>
</Properties>
</file>